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Financial Data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Data Insights &amp; Visualizations</a:t>
            </a:r>
          </a:p>
          <a:p>
            <a:r>
              <a:t>Presented by: Data Analyst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Source: financial_data.csv</a:t>
            </a:r>
          </a:p>
          <a:p>
            <a:r>
              <a:t>- Total Records: 700 entries</a:t>
            </a:r>
          </a:p>
          <a:p>
            <a:r>
              <a:t>- Key Fields: Segment, Country, Product, Sales, Profit, Date, Units Sold.</a:t>
            </a:r>
          </a:p>
          <a:p>
            <a:r>
              <a:t>- Period: 2013 - 2014.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Column names stripped of whitespace.</a:t>
            </a:r>
          </a:p>
          <a:p>
            <a:r>
              <a:t>- Currency symbols ($, ,) removed and converted to floats.</a:t>
            </a:r>
          </a:p>
          <a:p>
            <a:r>
              <a:t>- Handled negative values represented by parentheses.</a:t>
            </a:r>
          </a:p>
          <a:p>
            <a:r>
              <a:t>- Date column converted to standard datetime format.</a:t>
            </a:r>
          </a:p>
          <a:p>
            <a:r>
              <a:t>- String categories standardized.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Summary: 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Sales: $118.7M</a:t>
            </a:r>
          </a:p>
          <a:p>
            <a:r>
              <a:t>- Total Profit: $16.89M</a:t>
            </a:r>
          </a:p>
          <a:p>
            <a:r>
              <a:t>- Total Units Sold: 1.12M units</a:t>
            </a:r>
          </a:p>
          <a:p>
            <a:r>
              <a:t>- Average Profit Margin: 14.23%</a:t>
            </a:r>
          </a:p>
          <a:p>
            <a:r>
              <a:t>- Leading Market: USA</a:t>
            </a:r>
          </a:p>
          <a:p>
            <a:r>
              <a:t>- Top Selling Product: Paseo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Country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USA leads with the highest total sales volume.</a:t>
            </a:r>
          </a:p>
          <a:p>
            <a:r>
              <a:t>- Canada and France show strong, competitive sales.</a:t>
            </a:r>
          </a:p>
          <a:p>
            <a:r>
              <a:t>- Germany and Mexico also contribute significantly to the global revenue mix.</a:t>
            </a:r>
          </a:p>
        </p:txBody>
      </p:sp>
      <p:pic>
        <p:nvPicPr>
          <p:cNvPr id="4" name="Picture 3" descr="sales_by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7620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by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'Paseo' is the most profitable product line.</a:t>
            </a:r>
          </a:p>
          <a:p>
            <a:r>
              <a:t>- 'VTT' and 'Velo' are strong secondary contributors.</a:t>
            </a:r>
          </a:p>
          <a:p>
            <a:r>
              <a:t>- Profitability varies significantly across the product portfolio.</a:t>
            </a:r>
          </a:p>
        </p:txBody>
      </p:sp>
      <p:pic>
        <p:nvPicPr>
          <p:cNvPr id="4" name="Picture 3" descr="profit_by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7620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Notable spikes in sales volume during specific months (likely Q4 seasonality).</a:t>
            </a:r>
          </a:p>
          <a:p>
            <a:r>
              <a:t>- Fluctuations suggest promotional periods or cyclical demand patterns.</a:t>
            </a:r>
          </a:p>
          <a:p>
            <a:r>
              <a:t>- Overall growth trend observed across the timeframe.</a:t>
            </a:r>
          </a:p>
        </p:txBody>
      </p:sp>
      <p:pic>
        <p:nvPicPr>
          <p:cNvPr id="4" name="Picture 3" descr="monthly_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9144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Performance: Sales vs Profit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The 'Government' segment represents the largest portion of sales and profit.</a:t>
            </a:r>
          </a:p>
          <a:p>
            <a:r>
              <a:t>- 'Enterprise' shows high sales volume but lower relative profit margins.</a:t>
            </a:r>
          </a:p>
          <a:p>
            <a:r>
              <a:t>- 'Small Business' and 'Midmarket' provide healthy margins despite lower volume.</a:t>
            </a:r>
          </a:p>
        </p:txBody>
      </p:sp>
      <p:pic>
        <p:nvPicPr>
          <p:cNvPr id="4" name="Picture 3" descr="segmen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7620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In-Depth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Product Efficiency: Paseo leads both in units and profit, indicating strong product-market fit.</a:t>
            </a:r>
          </a:p>
          <a:p>
            <a:r>
              <a:t>- Geographical Concentration: Sales are balanced across North America and Europe, with USA leading slightly.</a:t>
            </a:r>
          </a:p>
          <a:p>
            <a:r>
              <a:t>- Discount Impacts: Higher discount bands are used to drive volume in competitive segments like Enterprise.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Focus on Government: Double down on the Government segment as it's the most profitable.</a:t>
            </a:r>
          </a:p>
          <a:p>
            <a:r>
              <a:t>- Optimize Enterprise: Review the cost structure or discount strategy for the Enterprise segment to improve margins.</a:t>
            </a:r>
          </a:p>
          <a:p>
            <a:r>
              <a:t>- Product Expansion: Invest in marketing for Paseo and VTT in underperforming regions.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The business is healthy with a 14.2% profit margin.</a:t>
            </a:r>
          </a:p>
          <a:p>
            <a:r>
              <a:t>- Diverse product portfolio and strong international presence.</a:t>
            </a:r>
          </a:p>
          <a:p>
            <a:r>
              <a:t>- Clear opportunities for margin improvement in large-scale segments.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