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Pizza Sales Business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Analyst Project</a:t>
            </a:r>
          </a:p>
          <a:p>
            <a:r>
              <a:t>Dhruv Bhardwaj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pizza sales data</a:t>
            </a:r>
          </a:p>
          <a:p>
            <a:r>
              <a:t>Identify revenue drivers</a:t>
            </a:r>
          </a:p>
          <a:p>
            <a:r>
              <a:t>Improve profitability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₹817,860</a:t>
            </a:r>
          </a:p>
          <a:p>
            <a:r>
              <a:t>Total Orders: 21,350</a:t>
            </a:r>
          </a:p>
          <a:p>
            <a:r>
              <a:t>Total Pizzas Sold: 49,574</a:t>
            </a:r>
          </a:p>
          <a:p>
            <a:r>
              <a:t>Avg Order Value: ₹38.3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Classic: ₹220,053</a:t>
            </a:r>
          </a:p>
          <a:p>
            <a:r>
              <a:t>Supreme: ₹208,197</a:t>
            </a:r>
          </a:p>
          <a:p>
            <a:r>
              <a:t>Chicken: ₹195,919</a:t>
            </a:r>
          </a:p>
          <a:p>
            <a:r>
              <a:t>Veggie: ₹193,690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Pizzas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Thai Chicken Pizza</a:t>
            </a:r>
          </a:p>
          <a:p>
            <a:r>
              <a:t>BBQ Chicken Pizza</a:t>
            </a:r>
          </a:p>
          <a:p>
            <a:r>
              <a:t>California Chicken Pizza</a:t>
            </a:r>
          </a:p>
          <a:p>
            <a:r>
              <a:t>Classic Deluxe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prefer Medium &amp; Large sizes</a:t>
            </a:r>
          </a:p>
          <a:p>
            <a:r>
              <a:t>Chicken &amp; Classic most popular</a:t>
            </a:r>
          </a:p>
          <a:p>
            <a:r>
              <a:t>Low add-on purchases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AOV</a:t>
            </a:r>
          </a:p>
          <a:p>
            <a:r>
              <a:t>Veggie underperformance</a:t>
            </a:r>
          </a:p>
          <a:p>
            <a:r>
              <a:t>Limited upselling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 combos</a:t>
            </a:r>
          </a:p>
          <a:p>
            <a:r>
              <a:t>Upsell drinks &amp; sides</a:t>
            </a:r>
          </a:p>
          <a:p>
            <a:r>
              <a:t>Promote best sellers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insights</a:t>
            </a:r>
          </a:p>
          <a:p>
            <a:r>
              <a:t>Revenue growth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