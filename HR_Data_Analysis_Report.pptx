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Insights &amp; Recommendations based on HRDataset_v14</a:t>
            </a:r>
          </a:p>
          <a:p>
            <a:r>
              <a:t>Prepared by Professional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Employees: 311</a:t>
            </a:r>
          </a:p>
          <a:p>
            <a:r>
              <a:t>- Key Attributes: Salary, Performance, Department, Gender, Recruitment Source, Absences</a:t>
            </a:r>
          </a:p>
          <a:p>
            <a:r>
              <a:t>- Cleaning steps: Handled date formats, filled missing manager IDs, and validated numerical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Distribution</a:t>
            </a:r>
          </a:p>
        </p:txBody>
      </p:sp>
      <p:pic>
        <p:nvPicPr>
          <p:cNvPr id="3" name="Picture 2" descr="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2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Findings:</a:t>
            </a:r>
          </a:p>
          <a:p>
            <a:r>
              <a:t>- Mean Salary: $69,020</a:t>
            </a:r>
          </a:p>
          <a:p>
            <a:r>
              <a:t>- Median Salary: $62,810</a:t>
            </a:r>
          </a:p>
          <a:p>
            <a:r>
              <a:t>- High skew due to outliers in executive/tech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Score Distribution</a:t>
            </a:r>
          </a:p>
        </p:txBody>
      </p:sp>
      <p:pic>
        <p:nvPicPr>
          <p:cNvPr id="3" name="Picture 2" descr="performance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2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Insights:</a:t>
            </a:r>
          </a:p>
          <a:p>
            <a:r>
              <a:t>- Most employees (approx 78%) 'Fully Meet' expectations.</a:t>
            </a:r>
          </a:p>
          <a:p>
            <a:r>
              <a:t>- Significant correlation between lateness and PIP/Needs Improvement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Count by Department</a:t>
            </a:r>
          </a:p>
        </p:txBody>
      </p:sp>
      <p:pic>
        <p:nvPicPr>
          <p:cNvPr id="3" name="Picture 2" descr="department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4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Observations:</a:t>
            </a:r>
          </a:p>
          <a:p>
            <a:r>
              <a:t>- Production is the largest department (~67%).</a:t>
            </a:r>
          </a:p>
          <a:p>
            <a:r>
              <a:t>- IT/IS is the second largest, followed by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Diversity</a:t>
            </a:r>
          </a:p>
        </p:txBody>
      </p:sp>
      <p:pic>
        <p:nvPicPr>
          <p:cNvPr id="3" name="Picture 2" descr="gender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Status:</a:t>
            </a:r>
          </a:p>
          <a:p>
            <a:r>
              <a:t>- Females: 56.6%</a:t>
            </a:r>
          </a:p>
          <a:p>
            <a:r>
              <a:t>- Males: 43.4%</a:t>
            </a:r>
          </a:p>
          <a:p>
            <a:r>
              <a:t>- Healthy balance across departments.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Absences and Late Days</a:t>
            </a:r>
          </a:p>
        </p:txBody>
      </p:sp>
      <p:pic>
        <p:nvPicPr>
          <p:cNvPr id="3" name="Picture 2" descr="absences_by_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4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Highlights:</a:t>
            </a:r>
          </a:p>
          <a:p>
            <a:r>
              <a:t>- Sales and IT/IS have highest average absences.</a:t>
            </a:r>
          </a:p>
          <a:p>
            <a:r>
              <a:t>- Lateness is a leading indicator of performance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Recruitment Source Effectiveness</a:t>
            </a:r>
          </a:p>
        </p:txBody>
      </p:sp>
      <p:pic>
        <p:nvPicPr>
          <p:cNvPr id="3" name="Picture 2" descr="recruitment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Analysis:</a:t>
            </a:r>
          </a:p>
          <a:p>
            <a:r>
              <a:t>- Indeed and LinkedIn bring the highest volume.</a:t>
            </a:r>
          </a:p>
          <a:p>
            <a:r>
              <a:t>- Employee Referrals have the lowest turnover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Optimize Recruitment: Focus on Employee Referrals to reduce turnover.</a:t>
            </a:r>
          </a:p>
          <a:p>
            <a:r>
              <a:t>2. Performance Intervention: Address lateness early as it correlates with low performance.</a:t>
            </a:r>
          </a:p>
          <a:p>
            <a:r>
              <a:t>3. Absence Management: Investigate causes of high absences in the Sales department.</a:t>
            </a:r>
          </a:p>
          <a:p>
            <a:r>
              <a:t>4. Salary Equity: Review salary outliers to ensure market competitiveness and internal equity.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